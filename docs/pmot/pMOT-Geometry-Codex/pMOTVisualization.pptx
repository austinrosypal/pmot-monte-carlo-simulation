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8ED973"/>
    <a:srgbClr val="96DCF8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15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0FC8-3A2D-ADD2-4BB8-CFA5915F7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AA1CC-F3F8-F556-75F8-B0A9E4F37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74164-1922-8D14-92C4-0170DDF5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AD005-4B5A-A9D6-694F-379C0BD2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EDE3D-D98C-00C9-81D1-BF40BE9B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0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B829-BE4D-6FEA-5C3E-443BA9E8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1E3E-5723-924E-FB6A-B336BBDBB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DB367-904E-3F9E-B7AC-C8E57296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9808-8F58-889A-0774-BC2B10BA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5AF5-16C2-0425-3DF7-B4F22779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2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6C21-6D7A-C402-A045-A60794E5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52BA3-04A8-A3CC-CFB0-BFDB96B6B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CDF0-B458-059C-AA85-95948360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ECCE4-63AA-0E76-886F-E5C80913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11DE-A4D5-29B4-2A70-2462D267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9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0A445-FDE8-701B-4D20-8F4271C5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50477-833A-C7D5-5A89-D974A38E7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172A4-F6E0-3B74-3BBA-3659446B0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DE99-7212-F04F-3BB8-1D8423BE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88776-25DA-6C35-8EBF-853E0C43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5379-EC67-4D17-174D-FC4CE653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5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C01E-6343-2F03-3E5B-2F510063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3A45F-837C-6E8F-5E48-021AB1E5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D39DE-55E7-3DD1-328B-6F8491F33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77D23-A41A-3F0B-8E5A-9FE1B330F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5A30D-B2AB-5DCC-23F3-88C06E6CE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D3F1E-403F-F38D-4EF7-7EB24D5A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D4DB2-A412-37BD-F290-1EA6CECC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52E32-038C-F993-C61D-E0A18C88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2923-7748-8973-FA88-E32F0719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9C177-7D0D-2B56-28D1-F20F1E1B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D7489-6ADB-1B95-569D-DB6BDE28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86E5F-90CD-60AE-E1B8-9D21260E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36607-0840-A80C-AD58-18DF9EEB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F149D-7C59-A825-8E02-B244BB1B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B076-73B8-5298-8239-59261D41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3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DA7D-9A43-4BA8-1D78-1309840D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DE79-ABE7-6AA6-E83A-C1AFC3BC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30C6F-B891-E70D-E718-C6E575FEB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7C7AC-A3A5-7996-C524-4D8E27BB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D7F57-7233-CEAD-4410-5AD569E1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39FE3-F34A-94C3-F53F-E4CF94DE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D75B-F6B9-1C99-827F-080C86A05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E1DF1-B357-E6E6-B97E-3DD013797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C2E55-891E-E33F-C823-D230926C5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335A5-BDA0-AB68-4FFE-D7DDA289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44340-8445-24F0-FFB6-B5E366E8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7EEFF-707C-C223-F7CA-9972AA7D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6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12D4-D0F7-87C5-6476-C1DBD3A6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B5CA5-5D08-2AAF-AEB8-752FAB122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95F8-0D45-B0B9-BCBD-6150A404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C2BEC-75BF-BB3E-59EA-8642D0350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18C6-B0AD-4D58-AA92-9C74528C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5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93C44-16ED-76D0-6158-67C0E024D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805A8-D5E0-3611-A20D-DDB6C2CC1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F5C9-D7A4-1B31-A8AE-77BCBD09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F9859-7837-E00C-68BB-CF17F3F5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C19C-F740-0831-F273-C059FA9D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B4B9B-A99E-AF20-A657-48F76ECD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FB974-EBAF-317A-15A0-55B11C8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009F0-92B4-73B8-1F23-CB9AB4E8F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C6F3D-9052-9648-9B94-BFA80C6670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3BC94-C2BF-220C-62E0-93447B4E0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F2EB7-53B8-11EC-07E8-35C78F4E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4533-801F-1143-947E-DEBB89A2C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3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14DE-B4DA-8A10-010D-EDAECCAD7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B06DB-527F-6867-6BB3-C4C3676CB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52A0C6-4EE6-5B18-5D6F-47F6F90277B1}"/>
              </a:ext>
            </a:extLst>
          </p:cNvPr>
          <p:cNvSpPr/>
          <p:nvPr/>
        </p:nvSpPr>
        <p:spPr>
          <a:xfrm>
            <a:off x="8564795" y="1167456"/>
            <a:ext cx="3589587" cy="128654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15578-E753-9D7F-1F96-C444B3F223C2}"/>
              </a:ext>
            </a:extLst>
          </p:cNvPr>
          <p:cNvSpPr/>
          <p:nvPr/>
        </p:nvSpPr>
        <p:spPr>
          <a:xfrm>
            <a:off x="-1847007" y="1209988"/>
            <a:ext cx="4316819" cy="128654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0DA406-3C2B-20AB-AFC4-A8E0C261EC3D}"/>
              </a:ext>
            </a:extLst>
          </p:cNvPr>
          <p:cNvGrpSpPr/>
          <p:nvPr/>
        </p:nvGrpSpPr>
        <p:grpSpPr>
          <a:xfrm>
            <a:off x="1616033" y="795319"/>
            <a:ext cx="857693" cy="2115880"/>
            <a:chOff x="6096000" y="1754371"/>
            <a:chExt cx="857693" cy="21158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79FB568-02C1-4C98-3076-AE9E5B3BFD89}"/>
                </a:ext>
              </a:extLst>
            </p:cNvPr>
            <p:cNvSpPr/>
            <p:nvPr/>
          </p:nvSpPr>
          <p:spPr>
            <a:xfrm>
              <a:off x="6096000" y="1754372"/>
              <a:ext cx="857693" cy="21158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D3C83B-377C-0300-54AF-519CA6284ABB}"/>
                </a:ext>
              </a:extLst>
            </p:cNvPr>
            <p:cNvSpPr/>
            <p:nvPr/>
          </p:nvSpPr>
          <p:spPr>
            <a:xfrm>
              <a:off x="6524846" y="1754371"/>
              <a:ext cx="428847" cy="21158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riangle 7">
            <a:extLst>
              <a:ext uri="{FF2B5EF4-FFF2-40B4-BE49-F238E27FC236}">
                <a16:creationId xmlns:a16="http://schemas.microsoft.com/office/drawing/2014/main" id="{7C8908A5-1502-CC5A-057D-DBD037B950C4}"/>
              </a:ext>
            </a:extLst>
          </p:cNvPr>
          <p:cNvSpPr/>
          <p:nvPr/>
        </p:nvSpPr>
        <p:spPr>
          <a:xfrm rot="5400000">
            <a:off x="3430655" y="253059"/>
            <a:ext cx="1244009" cy="3157869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36BE915-5B08-E742-BD4B-1091AD78EB91}"/>
              </a:ext>
            </a:extLst>
          </p:cNvPr>
          <p:cNvSpPr/>
          <p:nvPr/>
        </p:nvSpPr>
        <p:spPr>
          <a:xfrm rot="16200000">
            <a:off x="6476190" y="365391"/>
            <a:ext cx="1244009" cy="2933201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38E005-1D1E-5F68-B44C-49D5849C76B5}"/>
              </a:ext>
            </a:extLst>
          </p:cNvPr>
          <p:cNvGrpSpPr/>
          <p:nvPr/>
        </p:nvGrpSpPr>
        <p:grpSpPr>
          <a:xfrm rot="10800000">
            <a:off x="8564795" y="799937"/>
            <a:ext cx="857693" cy="2115880"/>
            <a:chOff x="6096000" y="1754371"/>
            <a:chExt cx="857693" cy="211588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188199-C6F2-8388-6280-31DB8334D91F}"/>
                </a:ext>
              </a:extLst>
            </p:cNvPr>
            <p:cNvSpPr/>
            <p:nvPr/>
          </p:nvSpPr>
          <p:spPr>
            <a:xfrm>
              <a:off x="6096000" y="1754372"/>
              <a:ext cx="857693" cy="21158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75EE20-A660-3AFF-3C41-CF33BB37AD67}"/>
                </a:ext>
              </a:extLst>
            </p:cNvPr>
            <p:cNvSpPr/>
            <p:nvPr/>
          </p:nvSpPr>
          <p:spPr>
            <a:xfrm>
              <a:off x="6524846" y="1754371"/>
              <a:ext cx="428847" cy="21158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4434CEB-E148-4A95-1359-0EB6D46124FB}"/>
              </a:ext>
            </a:extLst>
          </p:cNvPr>
          <p:cNvSpPr/>
          <p:nvPr/>
        </p:nvSpPr>
        <p:spPr>
          <a:xfrm>
            <a:off x="11979072" y="805951"/>
            <a:ext cx="228423" cy="2094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90C63E21-AD5E-ED86-579A-9D7B1A53F95B}"/>
              </a:ext>
            </a:extLst>
          </p:cNvPr>
          <p:cNvSpPr/>
          <p:nvPr/>
        </p:nvSpPr>
        <p:spPr>
          <a:xfrm rot="5400000">
            <a:off x="3591949" y="9254"/>
            <a:ext cx="1414080" cy="3642700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1ED79015-BF6D-9DB2-0DA9-C6E7AC47961E}"/>
              </a:ext>
            </a:extLst>
          </p:cNvPr>
          <p:cNvSpPr/>
          <p:nvPr/>
        </p:nvSpPr>
        <p:spPr>
          <a:xfrm rot="16200000">
            <a:off x="6924605" y="656754"/>
            <a:ext cx="924852" cy="2347701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F9BDCE-40B8-DBA9-937C-E95E86CB4947}"/>
              </a:ext>
            </a:extLst>
          </p:cNvPr>
          <p:cNvSpPr/>
          <p:nvPr/>
        </p:nvSpPr>
        <p:spPr>
          <a:xfrm>
            <a:off x="-1839180" y="1123562"/>
            <a:ext cx="4316819" cy="141408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6ABE84-D0EA-148D-8FD0-A2F9F1BAA21C}"/>
              </a:ext>
            </a:extLst>
          </p:cNvPr>
          <p:cNvCxnSpPr>
            <a:cxnSpLocks/>
          </p:cNvCxnSpPr>
          <p:nvPr/>
        </p:nvCxnSpPr>
        <p:spPr>
          <a:xfrm>
            <a:off x="8560882" y="3146501"/>
            <a:ext cx="3418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03C6EC-0CF2-2EF2-C134-9BDA0588E81E}"/>
              </a:ext>
            </a:extLst>
          </p:cNvPr>
          <p:cNvCxnSpPr>
            <a:cxnSpLocks/>
          </p:cNvCxnSpPr>
          <p:nvPr/>
        </p:nvCxnSpPr>
        <p:spPr>
          <a:xfrm flipV="1">
            <a:off x="2477639" y="525884"/>
            <a:ext cx="3244565" cy="6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69B2F6-0061-D016-95DC-10E06E1B2D92}"/>
              </a:ext>
            </a:extLst>
          </p:cNvPr>
          <p:cNvCxnSpPr>
            <a:cxnSpLocks/>
          </p:cNvCxnSpPr>
          <p:nvPr/>
        </p:nvCxnSpPr>
        <p:spPr>
          <a:xfrm>
            <a:off x="5722204" y="532510"/>
            <a:ext cx="28386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0FFBAA-F21A-ED6C-5D19-75114794066F}"/>
              </a:ext>
            </a:extLst>
          </p:cNvPr>
          <p:cNvSpPr txBox="1"/>
          <p:nvPr/>
        </p:nvSpPr>
        <p:spPr>
          <a:xfrm>
            <a:off x="3694621" y="134945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Length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681086-CC40-A026-3A33-6B7C529739E6}"/>
              </a:ext>
            </a:extLst>
          </p:cNvPr>
          <p:cNvSpPr txBox="1"/>
          <p:nvPr/>
        </p:nvSpPr>
        <p:spPr>
          <a:xfrm>
            <a:off x="6411317" y="60093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Focal Length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67FB69-4569-95A8-64B0-9F6E2936DB02}"/>
              </a:ext>
            </a:extLst>
          </p:cNvPr>
          <p:cNvSpPr txBox="1"/>
          <p:nvPr/>
        </p:nvSpPr>
        <p:spPr>
          <a:xfrm>
            <a:off x="9884938" y="3207773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Length</a:t>
            </a:r>
          </a:p>
        </p:txBody>
      </p:sp>
    </p:spTree>
    <p:extLst>
      <p:ext uri="{BB962C8B-B14F-4D97-AF65-F5344CB8AC3E}">
        <p14:creationId xmlns:p14="http://schemas.microsoft.com/office/powerpoint/2010/main" val="44253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5C26B-6FD0-64E7-7C1C-BBC15BC9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7D5BBE-A13E-6F04-B2D3-19CF7C50C7F9}"/>
              </a:ext>
            </a:extLst>
          </p:cNvPr>
          <p:cNvSpPr/>
          <p:nvPr/>
        </p:nvSpPr>
        <p:spPr>
          <a:xfrm>
            <a:off x="8564789" y="1167456"/>
            <a:ext cx="3589587" cy="128654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3FE412-6838-25BE-7E97-AD7A17820C5E}"/>
              </a:ext>
            </a:extLst>
          </p:cNvPr>
          <p:cNvSpPr/>
          <p:nvPr/>
        </p:nvSpPr>
        <p:spPr>
          <a:xfrm>
            <a:off x="-1847013" y="1209988"/>
            <a:ext cx="4316819" cy="128654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843606-84BF-48F1-CF44-CBD49F6C1296}"/>
              </a:ext>
            </a:extLst>
          </p:cNvPr>
          <p:cNvGrpSpPr/>
          <p:nvPr/>
        </p:nvGrpSpPr>
        <p:grpSpPr>
          <a:xfrm>
            <a:off x="1616027" y="795319"/>
            <a:ext cx="857693" cy="2115880"/>
            <a:chOff x="6096000" y="1754371"/>
            <a:chExt cx="857693" cy="21158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45908A-D3C8-C74F-49B5-AE0BA468A164}"/>
                </a:ext>
              </a:extLst>
            </p:cNvPr>
            <p:cNvSpPr/>
            <p:nvPr/>
          </p:nvSpPr>
          <p:spPr>
            <a:xfrm>
              <a:off x="6096000" y="1754372"/>
              <a:ext cx="857693" cy="21158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90E641-A083-F1D7-F1F1-3D9091FB7A5C}"/>
                </a:ext>
              </a:extLst>
            </p:cNvPr>
            <p:cNvSpPr/>
            <p:nvPr/>
          </p:nvSpPr>
          <p:spPr>
            <a:xfrm>
              <a:off x="6524846" y="1754371"/>
              <a:ext cx="428847" cy="21158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riangle 7">
            <a:extLst>
              <a:ext uri="{FF2B5EF4-FFF2-40B4-BE49-F238E27FC236}">
                <a16:creationId xmlns:a16="http://schemas.microsoft.com/office/drawing/2014/main" id="{68BEFE5F-D69B-C564-AF80-6D5E69119241}"/>
              </a:ext>
            </a:extLst>
          </p:cNvPr>
          <p:cNvSpPr/>
          <p:nvPr/>
        </p:nvSpPr>
        <p:spPr>
          <a:xfrm rot="5400000">
            <a:off x="3430649" y="253059"/>
            <a:ext cx="1244009" cy="3157869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DFC9F73-5E2A-BA33-F56D-1851BDE81024}"/>
              </a:ext>
            </a:extLst>
          </p:cNvPr>
          <p:cNvSpPr/>
          <p:nvPr/>
        </p:nvSpPr>
        <p:spPr>
          <a:xfrm rot="16200000">
            <a:off x="6476184" y="365391"/>
            <a:ext cx="1244009" cy="2933201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804721-7199-DB01-8F0F-AEC1C0CF187E}"/>
              </a:ext>
            </a:extLst>
          </p:cNvPr>
          <p:cNvGrpSpPr/>
          <p:nvPr/>
        </p:nvGrpSpPr>
        <p:grpSpPr>
          <a:xfrm rot="10800000">
            <a:off x="8564789" y="799937"/>
            <a:ext cx="857693" cy="2115880"/>
            <a:chOff x="6096000" y="1754371"/>
            <a:chExt cx="857693" cy="211588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2D06F9-D94C-1E8E-A1E3-8FA7ACAD504C}"/>
                </a:ext>
              </a:extLst>
            </p:cNvPr>
            <p:cNvSpPr/>
            <p:nvPr/>
          </p:nvSpPr>
          <p:spPr>
            <a:xfrm>
              <a:off x="6096000" y="1754372"/>
              <a:ext cx="857693" cy="21158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F9781A-4BB2-2DC4-C930-0E999D86115B}"/>
                </a:ext>
              </a:extLst>
            </p:cNvPr>
            <p:cNvSpPr/>
            <p:nvPr/>
          </p:nvSpPr>
          <p:spPr>
            <a:xfrm>
              <a:off x="6524846" y="1754371"/>
              <a:ext cx="428847" cy="21158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BA543EB-93BB-AAA0-3DC7-A3C698BBAFC4}"/>
              </a:ext>
            </a:extLst>
          </p:cNvPr>
          <p:cNvSpPr/>
          <p:nvPr/>
        </p:nvSpPr>
        <p:spPr>
          <a:xfrm>
            <a:off x="11979066" y="805951"/>
            <a:ext cx="228423" cy="2094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06F4A6F-A318-34FE-E1AF-147DC2A7E090}"/>
              </a:ext>
            </a:extLst>
          </p:cNvPr>
          <p:cNvSpPr/>
          <p:nvPr/>
        </p:nvSpPr>
        <p:spPr>
          <a:xfrm rot="5400000">
            <a:off x="3591943" y="9254"/>
            <a:ext cx="1414080" cy="3642700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82DD3011-80C0-CBDE-D8A6-F343EFA35EAC}"/>
              </a:ext>
            </a:extLst>
          </p:cNvPr>
          <p:cNvSpPr/>
          <p:nvPr/>
        </p:nvSpPr>
        <p:spPr>
          <a:xfrm rot="16200000">
            <a:off x="6924599" y="656754"/>
            <a:ext cx="924852" cy="2347701"/>
          </a:xfrm>
          <a:prstGeom prst="triangle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3C3E3-DDA4-0537-B74E-3044E0354C37}"/>
              </a:ext>
            </a:extLst>
          </p:cNvPr>
          <p:cNvSpPr/>
          <p:nvPr/>
        </p:nvSpPr>
        <p:spPr>
          <a:xfrm>
            <a:off x="-1839186" y="1123562"/>
            <a:ext cx="4316819" cy="1414080"/>
          </a:xfrm>
          <a:prstGeom prst="rect">
            <a:avLst/>
          </a:prstGeom>
          <a:solidFill>
            <a:srgbClr val="C00000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238DC5-A767-07EA-429A-107A9F3D25DA}"/>
              </a:ext>
            </a:extLst>
          </p:cNvPr>
          <p:cNvCxnSpPr>
            <a:cxnSpLocks/>
          </p:cNvCxnSpPr>
          <p:nvPr/>
        </p:nvCxnSpPr>
        <p:spPr>
          <a:xfrm>
            <a:off x="8560876" y="3146501"/>
            <a:ext cx="3418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D7A9CD-80E4-5AA1-CB8D-EB444BABD741}"/>
              </a:ext>
            </a:extLst>
          </p:cNvPr>
          <p:cNvCxnSpPr>
            <a:cxnSpLocks/>
          </p:cNvCxnSpPr>
          <p:nvPr/>
        </p:nvCxnSpPr>
        <p:spPr>
          <a:xfrm flipV="1">
            <a:off x="2477633" y="525884"/>
            <a:ext cx="3244565" cy="6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D8F525-870C-56AE-2B2A-37B58B69A415}"/>
              </a:ext>
            </a:extLst>
          </p:cNvPr>
          <p:cNvCxnSpPr>
            <a:cxnSpLocks/>
          </p:cNvCxnSpPr>
          <p:nvPr/>
        </p:nvCxnSpPr>
        <p:spPr>
          <a:xfrm>
            <a:off x="5722198" y="532510"/>
            <a:ext cx="28386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7EBC48-5BF9-1585-F5DE-C8F0D5271A00}"/>
              </a:ext>
            </a:extLst>
          </p:cNvPr>
          <p:cNvSpPr txBox="1"/>
          <p:nvPr/>
        </p:nvSpPr>
        <p:spPr>
          <a:xfrm>
            <a:off x="3694615" y="134945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Length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64AA1B-E380-1A40-B299-AB25533E3417}"/>
              </a:ext>
            </a:extLst>
          </p:cNvPr>
          <p:cNvSpPr txBox="1"/>
          <p:nvPr/>
        </p:nvSpPr>
        <p:spPr>
          <a:xfrm>
            <a:off x="6411311" y="60093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Focal Length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E68569-82BC-E585-F4B0-8A03BB809A11}"/>
              </a:ext>
            </a:extLst>
          </p:cNvPr>
          <p:cNvSpPr txBox="1"/>
          <p:nvPr/>
        </p:nvSpPr>
        <p:spPr>
          <a:xfrm>
            <a:off x="9884932" y="3207773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Length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C70EB4-E4F4-1197-724D-A9BED030A854}"/>
              </a:ext>
            </a:extLst>
          </p:cNvPr>
          <p:cNvSpPr/>
          <p:nvPr/>
        </p:nvSpPr>
        <p:spPr>
          <a:xfrm>
            <a:off x="2465892" y="1661639"/>
            <a:ext cx="6091070" cy="337930"/>
          </a:xfrm>
          <a:prstGeom prst="rect">
            <a:avLst/>
          </a:prstGeom>
          <a:solidFill>
            <a:schemeClr val="accent6">
              <a:lumMod val="60000"/>
              <a:lumOff val="40000"/>
              <a:alpha val="439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C917500F-63B8-905E-1A8F-DFE70BDCF682}"/>
              </a:ext>
            </a:extLst>
          </p:cNvPr>
          <p:cNvSpPr/>
          <p:nvPr/>
        </p:nvSpPr>
        <p:spPr>
          <a:xfrm rot="5400000">
            <a:off x="10102963" y="123467"/>
            <a:ext cx="337927" cy="3414277"/>
          </a:xfrm>
          <a:prstGeom prst="triangle">
            <a:avLst>
              <a:gd name="adj" fmla="val 50000"/>
            </a:avLst>
          </a:prstGeom>
          <a:solidFill>
            <a:srgbClr val="8ED973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8DF253D3-4D1F-6290-B9CF-2843DF1F010B}"/>
              </a:ext>
            </a:extLst>
          </p:cNvPr>
          <p:cNvSpPr/>
          <p:nvPr/>
        </p:nvSpPr>
        <p:spPr>
          <a:xfrm rot="16200000">
            <a:off x="1451109" y="984768"/>
            <a:ext cx="337930" cy="1691669"/>
          </a:xfrm>
          <a:prstGeom prst="trapezoid">
            <a:avLst/>
          </a:prstGeom>
          <a:solidFill>
            <a:srgbClr val="8ED973">
              <a:alpha val="4392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EB900476-C6D2-C20E-0A49-B349BB743A9B}"/>
              </a:ext>
            </a:extLst>
          </p:cNvPr>
          <p:cNvSpPr/>
          <p:nvPr/>
        </p:nvSpPr>
        <p:spPr>
          <a:xfrm rot="10800000">
            <a:off x="701731" y="1851158"/>
            <a:ext cx="203049" cy="1414082"/>
          </a:xfrm>
          <a:prstGeom prst="triangle">
            <a:avLst>
              <a:gd name="adj" fmla="val 50000"/>
            </a:avLst>
          </a:prstGeom>
          <a:solidFill>
            <a:srgbClr val="8ED973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820D9970-1462-D88B-F0B0-D0FF4FE2AE8C}"/>
              </a:ext>
            </a:extLst>
          </p:cNvPr>
          <p:cNvSpPr/>
          <p:nvPr/>
        </p:nvSpPr>
        <p:spPr>
          <a:xfrm>
            <a:off x="670546" y="3265240"/>
            <a:ext cx="270489" cy="2382772"/>
          </a:xfrm>
          <a:prstGeom prst="triangle">
            <a:avLst>
              <a:gd name="adj" fmla="val 50000"/>
            </a:avLst>
          </a:prstGeom>
          <a:solidFill>
            <a:srgbClr val="8ED973">
              <a:alpha val="4392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5D264BA-F9F9-D4B0-C65B-58E471F7695D}"/>
              </a:ext>
            </a:extLst>
          </p:cNvPr>
          <p:cNvGrpSpPr/>
          <p:nvPr/>
        </p:nvGrpSpPr>
        <p:grpSpPr>
          <a:xfrm rot="16200000">
            <a:off x="492056" y="5240428"/>
            <a:ext cx="622400" cy="1447082"/>
            <a:chOff x="6096000" y="1754371"/>
            <a:chExt cx="857693" cy="21158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5D582CE-99ED-8B0C-54D9-3F4797C5D8DF}"/>
                </a:ext>
              </a:extLst>
            </p:cNvPr>
            <p:cNvSpPr/>
            <p:nvPr/>
          </p:nvSpPr>
          <p:spPr>
            <a:xfrm>
              <a:off x="6096000" y="1754372"/>
              <a:ext cx="857693" cy="211587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B82E08-EF21-3655-0C33-B528538447A4}"/>
                </a:ext>
              </a:extLst>
            </p:cNvPr>
            <p:cNvSpPr/>
            <p:nvPr/>
          </p:nvSpPr>
          <p:spPr>
            <a:xfrm>
              <a:off x="6524846" y="1754371"/>
              <a:ext cx="428847" cy="21158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AE43435-672E-2CD8-9E58-D80C65A77188}"/>
              </a:ext>
            </a:extLst>
          </p:cNvPr>
          <p:cNvSpPr/>
          <p:nvPr/>
        </p:nvSpPr>
        <p:spPr>
          <a:xfrm rot="2568610">
            <a:off x="716343" y="681871"/>
            <a:ext cx="184025" cy="225770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AC9144-B07D-6DFD-B683-8DFDC7715785}"/>
              </a:ext>
            </a:extLst>
          </p:cNvPr>
          <p:cNvSpPr/>
          <p:nvPr/>
        </p:nvSpPr>
        <p:spPr>
          <a:xfrm rot="16200000">
            <a:off x="200796" y="6117761"/>
            <a:ext cx="1209988" cy="270490"/>
          </a:xfrm>
          <a:prstGeom prst="rect">
            <a:avLst/>
          </a:prstGeom>
          <a:solidFill>
            <a:schemeClr val="accent6">
              <a:lumMod val="60000"/>
              <a:lumOff val="40000"/>
              <a:alpha val="4392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10E6DD-521A-BDD6-668A-21062E1F36BE}"/>
              </a:ext>
            </a:extLst>
          </p:cNvPr>
          <p:cNvCxnSpPr/>
          <p:nvPr/>
        </p:nvCxnSpPr>
        <p:spPr>
          <a:xfrm flipV="1">
            <a:off x="813780" y="5041712"/>
            <a:ext cx="0" cy="466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7062577-CA2A-F45B-1052-7E7DAF219100}"/>
              </a:ext>
            </a:extLst>
          </p:cNvPr>
          <p:cNvSpPr txBox="1"/>
          <p:nvPr/>
        </p:nvSpPr>
        <p:spPr>
          <a:xfrm>
            <a:off x="941035" y="5109304"/>
            <a:ext cx="123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780 enters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8F15A8-E0B3-0FE9-CD54-19094FF0B00A}"/>
              </a:ext>
            </a:extLst>
          </p:cNvPr>
          <p:cNvCxnSpPr>
            <a:cxnSpLocks/>
          </p:cNvCxnSpPr>
          <p:nvPr/>
        </p:nvCxnSpPr>
        <p:spPr>
          <a:xfrm>
            <a:off x="12790" y="1810725"/>
            <a:ext cx="5280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22B49A4-EA2D-74C6-8A5B-0E27D8CECBBD}"/>
              </a:ext>
            </a:extLst>
          </p:cNvPr>
          <p:cNvSpPr txBox="1"/>
          <p:nvPr/>
        </p:nvSpPr>
        <p:spPr>
          <a:xfrm>
            <a:off x="-78292" y="1164677"/>
            <a:ext cx="862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1530</a:t>
            </a:r>
          </a:p>
          <a:p>
            <a:r>
              <a:rPr lang="en-US" dirty="0"/>
              <a:t> enters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572D29-C720-EE0D-0633-037FF5AA942A}"/>
              </a:ext>
            </a:extLst>
          </p:cNvPr>
          <p:cNvSpPr txBox="1"/>
          <p:nvPr/>
        </p:nvSpPr>
        <p:spPr>
          <a:xfrm rot="16200000">
            <a:off x="1700489" y="3416000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F=45 mm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E7CEC4-2114-9A80-4F8F-DAAFFE7CBC80}"/>
              </a:ext>
            </a:extLst>
          </p:cNvPr>
          <p:cNvSpPr txBox="1"/>
          <p:nvPr/>
        </p:nvSpPr>
        <p:spPr>
          <a:xfrm rot="16200000">
            <a:off x="8220405" y="3531399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F=45 mm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1CAB43-0C76-075F-3B11-326F0E653C52}"/>
              </a:ext>
            </a:extLst>
          </p:cNvPr>
          <p:cNvSpPr txBox="1"/>
          <p:nvPr/>
        </p:nvSpPr>
        <p:spPr>
          <a:xfrm>
            <a:off x="1615066" y="563126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F=45 mm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77AB10-DA9B-A44E-98C6-4F8C1AD46BD8}"/>
              </a:ext>
            </a:extLst>
          </p:cNvPr>
          <p:cNvSpPr txBox="1"/>
          <p:nvPr/>
        </p:nvSpPr>
        <p:spPr>
          <a:xfrm rot="16200000">
            <a:off x="11650949" y="270760"/>
            <a:ext cx="79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mirror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99D75E-CF06-5586-DD1C-AFA9F6BFFC87}"/>
              </a:ext>
            </a:extLst>
          </p:cNvPr>
          <p:cNvSpPr txBox="1"/>
          <p:nvPr/>
        </p:nvSpPr>
        <p:spPr>
          <a:xfrm rot="18808625">
            <a:off x="-143945" y="1640087"/>
            <a:ext cx="1873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Long-pass dichroic</a:t>
            </a:r>
          </a:p>
        </p:txBody>
      </p:sp>
    </p:spTree>
    <p:extLst>
      <p:ext uri="{BB962C8B-B14F-4D97-AF65-F5344CB8AC3E}">
        <p14:creationId xmlns:p14="http://schemas.microsoft.com/office/powerpoint/2010/main" val="3567265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Josiah Sinclair</dc:creator>
  <cp:lastModifiedBy>Josiah Sinclair</cp:lastModifiedBy>
  <cp:revision>4</cp:revision>
  <dcterms:created xsi:type="dcterms:W3CDTF">2026-06-12T00:09:22Z</dcterms:created>
  <dcterms:modified xsi:type="dcterms:W3CDTF">2026-06-12T00:32:25Z</dcterms:modified>
</cp:coreProperties>
</file>